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  <Relationship Id='rId12' Target='slides/slide7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2' Target='../media/image6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11631AF0-0F55-4564-A73C-AC3A0579469C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Deep Dive: Video Game Localization Trends on Steam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E4ACFDDD-22C5-47B2-B912-F2D26219E3BE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29.03.2026 19:54:53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1" id="2" name="slide2">
            <a:extLst>
              <a:ext uri="{FF2B5EF4-FFF2-40B4-BE49-F238E27FC236}">
                <a16:creationId xmlns:a16="http://schemas.microsoft.com/office/drawing/2014/main" id="{380F94FA-0F65-43CB-97F1-18A5A211445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2" id="3" name="slide3">
            <a:extLst>
              <a:ext uri="{FF2B5EF4-FFF2-40B4-BE49-F238E27FC236}">
                <a16:creationId xmlns:a16="http://schemas.microsoft.com/office/drawing/2014/main" id="{9CE43092-740C-4894-9911-E59ECE25D05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3" id="4" name="slide4">
            <a:extLst>
              <a:ext uri="{FF2B5EF4-FFF2-40B4-BE49-F238E27FC236}">
                <a16:creationId xmlns:a16="http://schemas.microsoft.com/office/drawing/2014/main" id="{6FD84D19-FA03-4983-B95A-ECFF3FE2B18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4" id="5" name="slide5">
            <a:extLst>
              <a:ext uri="{FF2B5EF4-FFF2-40B4-BE49-F238E27FC236}">
                <a16:creationId xmlns:a16="http://schemas.microsoft.com/office/drawing/2014/main" id="{5CF0CCC7-88DA-473C-B903-C76E0FEB6C0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5" id="6" name="slide6">
            <a:extLst>
              <a:ext uri="{FF2B5EF4-FFF2-40B4-BE49-F238E27FC236}">
                <a16:creationId xmlns:a16="http://schemas.microsoft.com/office/drawing/2014/main" id="{C1C51410-F443-451B-8B9B-DFA2CA06AD9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6" id="7" name="slide7">
            <a:extLst>
              <a:ext uri="{FF2B5EF4-FFF2-40B4-BE49-F238E27FC236}">
                <a16:creationId xmlns:a16="http://schemas.microsoft.com/office/drawing/2014/main" id="{6912FBEC-8227-41D6-B07D-AD53172C2CF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2026-03-29T17:54:53Z</dcterms:created>
  <dcterms:modified xsi:type="dcterms:W3CDTF">2026-03-29T17:54:53Z</dcterms:modified>
</cp:coreProperties>
</file>